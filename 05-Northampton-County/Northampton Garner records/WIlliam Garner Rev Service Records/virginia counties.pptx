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2" r:id="rId3"/>
    <p:sldId id="258" r:id="rId4"/>
    <p:sldId id="263" r:id="rId5"/>
    <p:sldId id="259" r:id="rId6"/>
    <p:sldId id="264" r:id="rId7"/>
    <p:sldId id="256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9BF7-4A8E-3439-A0E8-842492E34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2309F-450F-BA99-13CE-5706BFB8F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38EFD-54EA-EE81-5C46-51124181F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43E48-3EAC-295E-9EA3-A18206C0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8287D-48C3-0695-1C82-8A2321B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2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8D49-820A-DA9E-0075-5B90939EA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D70BB-ED23-DB31-68E9-02FC7868B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4F2EF-FCAF-9D65-82E7-AB740E3B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A6083-B6C0-51FD-45E6-1CFDC798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CF73D-77B2-60CD-CEE6-B4808CAE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6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D263F-4806-B615-12A5-EC0A42B94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3ED2B-D95C-4CE8-A961-B04032AC1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A1AF4-E936-7F48-CB00-D46E536A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6AD50-FE76-E40D-9621-5421AD44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21FE1-B961-6D1E-2ADB-8ACC4E60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5D4-5B01-DA99-6E27-CEA359C4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ACA73-6A98-6B9F-9846-76488357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DAE56-0D4D-4830-7826-9BC796FF3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2C18D-1BBC-7A12-688F-C68C8653F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FE6AD-ADFD-4BF2-7180-DC58C3AA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5A452-6ACC-59FC-1CF1-7CD94429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3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B7BC-4DEB-DE94-83C2-B185EEC52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48FED-8C92-E56D-87E4-C45918DEE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BEFD2-B992-2E85-33B8-36D7F072C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92080-83CF-0BD1-63E5-84E4A1A3A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D9EF09-4701-1C81-0638-0AE8C7249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85294-BD8C-96B7-7BAF-87DD9B5F5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3D10B-1DB7-9664-F147-960C4787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C6F79F-682B-9C07-78EC-5E619C20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8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60CF-37AF-8AE6-CADC-F8159C3D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9BE31-ECE2-B872-2316-A99CF782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D8B64-4E80-1069-90EE-073A3865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81CCC-308D-BA37-D9A5-6E4843C3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2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2E0289-FBA9-9988-95ED-8B7D39192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E3D34-C8EC-5C58-A46A-A085D5A9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0AA54-00F9-CB3F-479C-F33F5126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09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4D44-D5D9-7282-58FA-40962A56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24839-C3D4-2D37-880B-FFACFD593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BCDBC-6459-09D9-B487-9D9506DAC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10E11-EBDD-6B99-A7DE-5AD3F5170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2126F-FD54-2470-003A-07F03833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FEBBF-AE4A-4313-281F-F0556D6C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52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5B87-7391-F56F-F140-CBDEDD652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370FAE-71B9-CB25-11C5-391375120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6E4A5-6985-CF29-1DD4-0F565DC59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071D0-977D-AB85-A5B9-40698F49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8BCBB-FA8D-17AF-E4CC-34E709727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8765E-70BA-21ED-2E33-04AB10D2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7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761BA-559A-5896-6142-327A11C8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4C14C-76EE-5D6B-CA61-EA21C96E2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D412A-B6B9-9A6B-4697-A8AA18BF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AFFCE-8BA9-2701-8414-21D2D019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879A9-1CA4-D0F9-2A17-1305BE3A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3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2575EB-0D61-C85D-6022-975D48235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BABEC-C88C-6D04-2986-8C35627F7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0DD2B-6FA4-2D2F-5BAB-EB30FBD8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6987C-99C2-6D65-2E23-E5E91500F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C699D-9290-E3DA-E20A-632A167A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84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7EAF4-EB4B-477F-C483-52CD7ADED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2FB67-46DA-023A-4515-02D1157AD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0E734-BF17-36FD-D163-0D8535F7D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14D16-7B76-BC4C-BE10-BCF7B9E07C24}" type="datetimeFigureOut">
              <a:rPr lang="en-US" smtClean="0"/>
              <a:t>3/23/23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42F02-536E-9FB8-0EAD-0EB018501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3B210-EFA7-5A3D-616B-6FA851583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072BF-3399-1546-A789-B58648F1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9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FEBCB15-AAAA-1106-B00A-8FEA982E7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50" y="889000"/>
            <a:ext cx="71501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940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94F475F-1E8C-8BAC-080E-124402DC6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926" y="733287"/>
            <a:ext cx="71501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537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F9C9879-EB62-AE08-0225-D9C399EF7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50" y="889000"/>
            <a:ext cx="71501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01FE35D-C629-C603-234E-64CCCE82F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143" y="882376"/>
            <a:ext cx="71501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lideshow image">
            <a:extLst>
              <a:ext uri="{FF2B5EF4-FFF2-40B4-BE49-F238E27FC236}">
                <a16:creationId xmlns:a16="http://schemas.microsoft.com/office/drawing/2014/main" id="{2905439C-478E-1D46-DCDA-4EE3DAFC4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326" y="902254"/>
            <a:ext cx="71501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655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F9C9879-EB62-AE08-0225-D9C399EF7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50" y="889000"/>
            <a:ext cx="71501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1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5686EB3-3D26-914B-527F-EDFA3808F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50" y="889000"/>
            <a:ext cx="71501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729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5686EB3-3D26-914B-527F-EDFA3808F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50" y="889000"/>
            <a:ext cx="71501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613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lideshow image">
            <a:extLst>
              <a:ext uri="{FF2B5EF4-FFF2-40B4-BE49-F238E27FC236}">
                <a16:creationId xmlns:a16="http://schemas.microsoft.com/office/drawing/2014/main" id="{35067CFA-4282-EE1A-4EDF-8C4876FA4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50" y="889000"/>
            <a:ext cx="71501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72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15A4058-C40A-DE4D-A25C-56948CD78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50" y="889000"/>
            <a:ext cx="71501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030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7266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4097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Garner</dc:creator>
  <cp:lastModifiedBy>Ed Garner</cp:lastModifiedBy>
  <cp:revision>1</cp:revision>
  <dcterms:created xsi:type="dcterms:W3CDTF">2023-03-23T23:19:25Z</dcterms:created>
  <dcterms:modified xsi:type="dcterms:W3CDTF">2023-03-26T19:37:25Z</dcterms:modified>
</cp:coreProperties>
</file>